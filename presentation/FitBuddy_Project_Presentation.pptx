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FitBuddy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AI Fitness Plan Generator using Gemini Models</a:t>
            </a:r>
            <a:br/>
            <a:r>
              <a:t>SmartBridge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Users need structured fitness routines aligned with goals.</a:t>
            </a:r>
            <a:br/>
            <a:r>
              <a:t>Static plans are difficult to adapt.</a:t>
            </a:r>
            <a:br/>
            <a:r>
              <a:t>Administrators need visibility of user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Collect user information</a:t>
            </a:r>
            <a:br/>
            <a:r>
              <a:t>Generate a personalized 7-day plan</a:t>
            </a:r>
            <a:br/>
            <a:r>
              <a:t>Provide nutrition/recovery guidance</a:t>
            </a:r>
            <a:br/>
            <a:r>
              <a:t>Revise plans using feedback</a:t>
            </a:r>
            <a:br/>
            <a:r>
              <a:t>Store and display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 FastAPI + Gemini + SQLite web application that transforms user profile information into a structured, adaptive general fitness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Python • FastAPI • Uvicorn • Jinja2 • HTML/CSS • Google Gemini • SQLAlchemy • SQLite • Git/GitHub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User Interface</a:t>
            </a:r>
            <a:br/>
            <a:r>
              <a:t>↓</a:t>
            </a:r>
            <a:br/>
            <a:r>
              <a:t>FastAPI Backend</a:t>
            </a:r>
            <a:br/>
            <a:r>
              <a:t>↓</a:t>
            </a:r>
            <a:br/>
            <a:r>
              <a:t>Gemini AI Services</a:t>
            </a:r>
            <a:br/>
            <a:r>
              <a:t>↓</a:t>
            </a:r>
            <a:br/>
            <a:r>
              <a:t>SQLite / SQLAlchemy</a:t>
            </a:r>
            <a:br/>
            <a:r>
              <a:t>↓</a:t>
            </a:r>
            <a:br/>
            <a:r>
              <a:t>Result + Admin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User Input</a:t>
            </a:r>
            <a:br/>
            <a:r>
              <a:t>Workout Generation</a:t>
            </a:r>
            <a:br/>
            <a:r>
              <a:t>Nutrition/Recovery Tip</a:t>
            </a:r>
            <a:br/>
            <a:r>
              <a:t>Feedback-Based Revision</a:t>
            </a:r>
            <a:br/>
            <a:r>
              <a:t>Database</a:t>
            </a:r>
            <a:br/>
            <a:r>
              <a:t>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Enter profile → Select goal/intensity → Generate → View plan → View tip → Submit feedback → Receive revised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7-Day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Day-by-day structure with warm-up, main workout, exercise details and cooldown/recovery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Original Plan → User Feedback → Gemini → Revised Plan → Stored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UserPlan stores profile, goal, intensity, generated plan, nutrition tip, feedback and timestamp.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Page loading</a:t>
            </a:r>
            <a:br/>
            <a:r>
              <a:t>Required inputs</a:t>
            </a:r>
            <a:br/>
            <a:r>
              <a:t>Fallback mode</a:t>
            </a:r>
            <a:br/>
            <a:r>
              <a:t>Database persistence</a:t>
            </a:r>
            <a:br/>
            <a:r>
              <a:t>Feedback processing</a:t>
            </a:r>
            <a:br/>
            <a:r>
              <a:t>Admin listing</a:t>
            </a:r>
            <a:br/>
            <a:r>
              <a:t>Live AI testing requires an API key.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python -m venv fitbuddy-env</a:t>
            </a:r>
            <a:br/>
            <a:r>
              <a:t>pip install -r requirements.txt</a:t>
            </a:r>
            <a:br/>
            <a:r>
              <a:t>uvicorn app.main:app --reload</a:t>
            </a:r>
            <a:br/>
            <a:r>
              <a:t>http://127.0.0.1:8000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Goal-oriented plans</a:t>
            </a:r>
            <a:br/>
            <a:r>
              <a:t>Adaptive workflow</a:t>
            </a:r>
            <a:br/>
            <a:r>
              <a:t>Persistent records</a:t>
            </a:r>
            <a:br/>
            <a:r>
              <a:t>Simple web interface</a:t>
            </a:r>
            <a:br/>
            <a:r>
              <a:t>Practical GenAI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General wellness only.</a:t>
            </a:r>
            <a:br/>
            <a:r>
              <a:t>Live AI depends on API access.</a:t>
            </a:r>
            <a:br/>
            <a:r>
              <a:t>Future: authentication, charts, history, calendar, cloud deployment and multilingual 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Home → Input → Generate → Plan → Tip → Feedback → Updated Plan → Admin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FitBuddy demonstrates how generative AI can be integrated with FastAPI, Jinja2 and SQLite to create an adaptive fitness-planning application.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FitBuddy – AI Fitness Plan Generator using Gemini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